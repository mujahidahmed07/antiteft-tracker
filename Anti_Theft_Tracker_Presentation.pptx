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74720" cy="411480"/>
          </a:xfrm>
          <a:prstGeom prst="roundRect">
            <a:avLst/>
          </a:prstGeom>
          <a:solidFill>
            <a:srgbClr val="005078"/>
          </a:solidFill>
          <a:ln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D2FF"/>
                </a:solidFill>
              </a:defRPr>
            </a:pPr>
            <a:r>
              <a:t>AI COMPUTER VISION &amp; LOSS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Anti-Theft Tracker</a:t>
            </a:r>
          </a:p>
          <a:p>
            <a:pPr>
              <a:spcBef>
                <a:spcPts val="800"/>
              </a:spcBef>
              <a:defRPr sz="2400">
                <a:solidFill>
                  <a:srgbClr val="00D2FF"/>
                </a:solidFill>
              </a:defRPr>
            </a:pPr>
            <a:r>
              <a:t>Autonomous Shoplifting &amp; Threat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Transforming passive CCTV feeds into proactive real-time surveillance nodes using YOLOv8 deep learning and adaptive spatial-proximity interaction heuristics.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Presenter: Mujahid Ahmed  |  GitHub: github.com/MujahidAhmed07/antiteft-tracker</a:t>
            </a:r>
          </a:p>
          <a:p>
            <a:pPr>
              <a:spcBef>
                <a:spcPts val="400"/>
              </a:spcBef>
              <a:defRPr sz="1200">
                <a:solidFill>
                  <a:srgbClr val="00D2FF"/>
                </a:solidFill>
              </a:defRPr>
            </a:pPr>
            <a:r>
              <a:t>Stack: Python • FastAPI • YOLOv8 • OpenCV • PyTorch • HTML5/CSS3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PILLAR 1: 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Challenge: $100B+ Lost Annually to Retail Shrinkage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Traditional CCTV cameras record crime—they do not prevent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4444"/>
                </a:solidFill>
              </a:defRPr>
            </a:pPr>
            <a:r>
              <a:t>ECONOMIC IMPACT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The Core Problem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Retail shrinkage causes over $100 Billion in annual global losses.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Shoplifting and internal distraction-theft occur in mere seconds.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Traditional surveillance is 100% reactive: footage is only checked hours or days AFTER goods have left the store.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Delayed response eliminates any chance of on-premise recovery.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800"/>
                </a:solidFill>
              </a:defRPr>
            </a:pPr>
            <a:r>
              <a:t>OPERATIONAL BOTTLENECK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Human Limitations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Security guards monitor 15 to 40 CCTV screens at the same time.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Studies show operator vigilance drops by over 50% within just 20 minutes.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Distraction, fatigue, and blind spots make manual theft spotting statistically ineffective.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High turnover and surging payroll costs for human security.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IMPACTED AUDIENCE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Who It Affects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Retail Store Owners: Severe profit erosion and inventory write-offs.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Loss Prevention Teams: Overwhelmed by false alerts and endless forensic footage review.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Cashiers &amp; Staff: Direct confrontation risks with shoplifters.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Honest Consumers: Pay higher retail prices to cover shrink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PILLAR 2: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Anti-Theft Tracker (Sentinel AI)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An autonomous AI sentinel turning ordinary cameras into real-time threat detectors.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INTELLIGENT CORE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Proactive Detection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Performs real-time body tracking and suspicious behavior analysis at 30+ FPS.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Detects subtle person-to-person body overlaps and theft proximity patterns.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Identifies high-theft merchandise (purses, handbags, electronics, phones).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Triggers instant high-visibility alerts the moment theft happens.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800"/>
                </a:solidFill>
              </a:defRPr>
            </a:pPr>
            <a:r>
              <a:t>COMMAND CENTER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SOC Surveillance Hub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Modern web command center with live streaming and interactive controls.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Automated Crime Scene Evidence Gallery capturing photos at the exact theft frame.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Popup Lightbox Modal for instant full-resolution forensic inspection.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One-click evidence download (.avi video + .jpg crime scene photos).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AUDIENCE &amp; FIT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Who It Serves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Store Managers: Real-time floor notifications and daily theft event telemetry.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Security Guards: Actionable triage—intervene directly when an alert is triggered.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Security System Integrators: Drop-in REST API compatible with existing NVR/IP cameras.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Multi-Branch Enterprises: Centralized surveillance telemetry across locations.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PILLAR 3: REAL-WORLD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Measurable Business &amp; Security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Delivering tangible ROI from day one of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800"/>
                </a:solidFill>
              </a:defRPr>
            </a:pPr>
            <a:r>
              <a:t>MARKET NECESSITY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The Fundamental Need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Shifts loss prevention from post-mortem forensic review to active real-time deterrence.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Eliminates dependency on constant human monitoring of video screens.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Provides verifiable, court-ready visual evidence trails with timestamps and frame numbers.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Enables rapid deployment with zero specialized hardware requirements.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QUANTITATIVE ROI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Operational Impact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Shrinkage Loss Reduction: Early alerts deter theft attempts before suspects exit.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10x Guard Multiplier: Single security operator can oversee 20+ feeds efficiently.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Zero False Accusation Risk: High-resolution scene capture provides indisputable proof.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Staff Safety: Alerts guards discreetly, avoiding volatile confrontational surprises.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SCALABILITY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Enterprise Readiness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Zero Committed Secrets: Production-safe .env.example configuration.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API Authentication: Optional X-API-Key token validation on all endpoints.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Cross-Platform: Runs on standard PCs, edge servers, or cloud GPU instances.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CORS &amp; Multi-Tenant Support: Securely connects to multi-branch setups.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PILLAR 4: TECHNOLOGICAL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Deep Learning Meets Spatial Heuristics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A multi-layered computer vision pipeline engineered for low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DEEP LEARNING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YOLOv8 Object Core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State-of-the-art YOLOv8 architecture optimized for high-throughput video inference.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Simultaneous multi-person tracking and high-value merchandise identification.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Support for custom fine-tuned weights or pre-trained baseline models.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Automated fallback to CPU or acceleration via CUDA GPU when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4444"/>
                </a:solidFill>
              </a:defRPr>
            </a:pPr>
            <a:r>
              <a:t>ALGORITHMIC IP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Spatial Heuristics Engine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Proprietary O(n²) multi-person proximity and bounding-box interaction analytics.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Evaluates 2D body overlap, rapid closure speed, and dwell time in critical zones.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Differentiates innocent customer interactions from suspicious theft/concealment.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Dynamic Head-Up Display (HUD) with colored bounding boxes (Red Alert vs Green Normal).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SYSTEM ENGINEERING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Modern Streaming Stack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FastAPI Asynchronous Engine: Low-overhead MJPEG video broadcast streaming.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Full-Width Evidence Gallery: Disk-backed persistent crime scene photo grid.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Deduplicated State Polling: Real-time telemetry feed sync without browser reloads.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Modular Architecture: Decoupled detection engine, utilities, and UI presentation.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PILLAR 5: FEASIBILITY &amp;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Working, Battle-Tested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Fully functional, deployed locally, and verified on public GitHub.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D2FF"/>
                </a:solidFill>
              </a:defRPr>
            </a:pPr>
            <a:r>
              <a:t>FEATURE COMPLETE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1. Web Command Center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Full-featured surveillance dashboard running on FastAPI &amp; modern vanilla JS/CSS.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Multi-source video ingestion: Sample footage (demo1-demo3), file upload, or webcam.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Adjustable real-time sensitivity sliders for Confidence and Proximity ratio.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Live HUD overlay with FPS, alert badges, and timestamps.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B800"/>
                </a:solidFill>
              </a:defRPr>
            </a:pPr>
            <a:r>
              <a:t>FORENSIC READY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2. Crime Scene Evidence Grid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Automatically snaps high-res scene images at the exact moment of theft.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Full-width responsive gallery accumulating all captures below the screen.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Popup Lightbox Modal: Enlarge image with 1-click forensic download.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Persistent Storage (GET /api/snapshots): Preserves all evidence across page reloads.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10312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FAFC"/>
                </a:solidFill>
              </a:defRPr>
            </a:pPr>
            <a:r>
              <a:t>VERSATILE DEPLOYMENT</a:t>
            </a:r>
          </a:p>
          <a:p>
            <a:pPr>
              <a:spcAft>
                <a:spcPts val="1200"/>
              </a:spcAft>
              <a:defRPr sz="1700" b="1">
                <a:solidFill>
                  <a:srgbClr val="F8FAFC"/>
                </a:solidFill>
              </a:defRPr>
            </a:pPr>
            <a:r>
              <a:t>3. Multi-Interface Support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Simple Desktop App (simple_app.py): Native Windows file picker for zero-setup video selection.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Standalone CLI (shoplifting_detection.py): Headless or OpenCV desktop GUI.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Export Formats: Annotated .avi video recording + individual incident .jpg captures.</a:t>
            </a:r>
          </a:p>
          <a:p>
            <a:pPr>
              <a:spcAft>
                <a:spcPts val="600"/>
              </a:spcAft>
              <a:defRPr sz="1250">
                <a:solidFill>
                  <a:srgbClr val="94A3B8"/>
                </a:solidFill>
              </a:defRPr>
            </a:pPr>
            <a:r>
              <a:t>• Public GitHub: Verified zero-secret repo at github.com/MujahidAhmed07/antiteft-tracker.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2FF"/>
                </a:solidFill>
              </a:defRPr>
            </a:pPr>
            <a:r>
              <a:t>SUMMARY &amp;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Anti-Theft Tracker: Next-Generation Retail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Ready for deployment, field trials, and integration.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1069848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9966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 b="1">
                <a:solidFill>
                  <a:srgbClr val="00D2FF"/>
                </a:solidFill>
              </a:defRPr>
            </a:pPr>
            <a:r>
              <a:t>Key Takeaways</a:t>
            </a:r>
          </a:p>
          <a:p>
            <a:pPr>
              <a:spcAft>
                <a:spcPts val="1000"/>
              </a:spcAft>
              <a:defRPr sz="1450">
                <a:solidFill>
                  <a:srgbClr val="F8FAFC"/>
                </a:solidFill>
              </a:defRPr>
            </a:pPr>
            <a:r>
              <a:t>✓  Addresses a massive $100B+ retail problem by shifting security from reactive to proactive.</a:t>
            </a:r>
          </a:p>
          <a:p>
            <a:pPr>
              <a:spcAft>
                <a:spcPts val="1000"/>
              </a:spcAft>
              <a:defRPr sz="1450">
                <a:solidFill>
                  <a:srgbClr val="F8FAFC"/>
                </a:solidFill>
              </a:defRPr>
            </a:pPr>
            <a:r>
              <a:t>✓  Combines deep learning (YOLOv8) with spatial interaction heuristics for fast, accurate theft detection.</a:t>
            </a:r>
          </a:p>
          <a:p>
            <a:pPr>
              <a:spcAft>
                <a:spcPts val="1000"/>
              </a:spcAft>
              <a:defRPr sz="1450">
                <a:solidFill>
                  <a:srgbClr val="F8FAFC"/>
                </a:solidFill>
              </a:defRPr>
            </a:pPr>
            <a:r>
              <a:t>✓  Fully implemented with live web streaming, full-width evidence photo gallery, and native desktop app.</a:t>
            </a:r>
          </a:p>
          <a:p>
            <a:pPr>
              <a:spcAft>
                <a:spcPts val="1000"/>
              </a:spcAft>
              <a:defRPr sz="1450">
                <a:solidFill>
                  <a:srgbClr val="F8FAFC"/>
                </a:solidFill>
              </a:defRPr>
            </a:pPr>
            <a:r>
              <a:t>✓  Completely verified and secured repository with zero secrets and clear .env.example guidelines.</a:t>
            </a:r>
          </a:p>
          <a:p>
            <a:pPr>
              <a:spcAft>
                <a:spcPts val="1000"/>
              </a:spcAft>
              <a:defRPr sz="1450">
                <a:solidFill>
                  <a:srgbClr val="F8FAFC"/>
                </a:solidFill>
              </a:defRPr>
            </a:pPr>
            <a:r>
              <a:t>✓  Live Web Dashboard running right now at http://localhost:8000.</a:t>
            </a:r>
          </a:p>
          <a:p>
            <a:pPr>
              <a:spcBef>
                <a:spcPts val="1400"/>
              </a:spcBef>
              <a:defRPr sz="1500" b="1">
                <a:solidFill>
                  <a:srgbClr val="FFB800"/>
                </a:solidFill>
              </a:defRPr>
            </a:pPr>
            <a:r>
              <a:t>🔗 GitHub Repository: https://github.com/MujahidAhmed07/antiteft-tracker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